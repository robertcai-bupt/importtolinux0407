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Agent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是专业化的人工智能系统，能够感知环境、做出决策并执行任务。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每个Agent专注于特定领域，通过标准化的接口和协议进行协作，共同完成复杂任务。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2651760" cy="1828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017520"/>
            <a:ext cx="265176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4023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每个Agent专注特定领域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如代码开发、UI设计、营销策略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017520"/>
            <a:ext cx="2651760" cy="1828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3017520"/>
            <a:ext cx="265176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91840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可协作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29000" y="4023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通过标准化接口连接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支持多Agent并行/串行工作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017520"/>
            <a:ext cx="2651760" cy="1828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3017520"/>
            <a:ext cx="2651760" cy="9144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可编排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63640" y="4023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通过Orchestrator协调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实现复杂流程自动化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生态系统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9大专业部门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325880" cy="7772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373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开发、架构、安全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74520" y="1645920"/>
            <a:ext cx="1325880" cy="77724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74520" y="17373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0574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UI、UX、品牌、视觉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91840" y="1645920"/>
            <a:ext cx="1325880" cy="777240"/>
          </a:xfrm>
          <a:prstGeom prst="rect">
            <a:avLst/>
          </a:prstGeom>
          <a:solidFill>
            <a:srgbClr val="EC4899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7373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0574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增长、内容、SEO、社交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1325880" cy="7772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6060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926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产品、Sprint、反馈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74520" y="2514600"/>
            <a:ext cx="1325880" cy="7772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874520" y="26060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2926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测试、性能、安全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91840" y="2514600"/>
            <a:ext cx="1325880" cy="77724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26060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2926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项目、流程、监控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1325880" cy="77724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4747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7947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分析、数据工程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874520" y="3383280"/>
            <a:ext cx="1325880" cy="77724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874520" y="34747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Dev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37947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Unity、Unreal、Godot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91840" y="3383280"/>
            <a:ext cx="1325880" cy="777240"/>
          </a:xfrm>
          <a:prstGeom prst="rect">
            <a:avLst/>
          </a:prstGeom>
          <a:solidFill>
            <a:srgbClr val="84CC16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91840" y="34747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37560" y="37947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战略、勘探、提案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如何协作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29200" y="1645920"/>
            <a:ext cx="2011680" cy="6400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0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19933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协调者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52160" y="2240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29200" y="2468880"/>
            <a:ext cx="2011680" cy="64008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920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0" y="28163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专业任务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52160" y="3063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029200" y="3291840"/>
            <a:ext cx="2011680" cy="64008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029200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0" y="36393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专业任务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52160" y="3886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029200" y="4114800"/>
            <a:ext cx="2011680" cy="64008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029200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29200" y="44622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专业任务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223760" y="1645920"/>
            <a:ext cx="1554480" cy="31089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223760" y="2011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315200" y="265176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高质量输出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效率提升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流程自动化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持续改进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什么是Agent</dc:title>
  <dc:subject>PptxGenJS Presentation</dc:subject>
  <dc:creator>NEXUS Agent System</dc:creator>
  <cp:lastModifiedBy>NEXUS Agent System</cp:lastModifiedBy>
  <cp:revision>1</cp:revision>
  <dcterms:created xsi:type="dcterms:W3CDTF">2026-03-27T08:06:37Z</dcterms:created>
  <dcterms:modified xsi:type="dcterms:W3CDTF">2026-03-27T08:06:37Z</dcterms:modified>
</cp:coreProperties>
</file>